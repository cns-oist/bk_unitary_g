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8" r:id="rId1"/>
  </p:sldMasterIdLst>
  <p:notesMasterIdLst>
    <p:notesMasterId r:id="rId3"/>
  </p:notesMasterIdLst>
  <p:sldIdLst>
    <p:sldId id="256" r:id="rId2"/>
  </p:sldIdLst>
  <p:sldSz cx="3168650" cy="38512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4565"/>
    <p:restoredTop sz="96320"/>
  </p:normalViewPr>
  <p:slideViewPr>
    <p:cSldViewPr snapToGrid="0">
      <p:cViewPr>
        <p:scale>
          <a:sx n="362" d="100"/>
          <a:sy n="362" d="100"/>
        </p:scale>
        <p:origin x="328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7F415A-1592-9A41-AB3D-8F61FC891795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59000" y="1143000"/>
            <a:ext cx="2540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B75390-D5A3-8D43-8240-C8F7D0CB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934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0" y="1143000"/>
            <a:ext cx="25400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B75390-D5A3-8D43-8240-C8F7D0CBC06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065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7649" y="630290"/>
            <a:ext cx="2693353" cy="1340814"/>
          </a:xfrm>
        </p:spPr>
        <p:txBody>
          <a:bodyPr anchor="b"/>
          <a:lstStyle>
            <a:lvl1pPr algn="ctr">
              <a:defRPr sz="20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081" y="2022811"/>
            <a:ext cx="2376488" cy="929833"/>
          </a:xfrm>
        </p:spPr>
        <p:txBody>
          <a:bodyPr/>
          <a:lstStyle>
            <a:lvl1pPr marL="0" indent="0" algn="ctr">
              <a:buNone/>
              <a:defRPr sz="832"/>
            </a:lvl1pPr>
            <a:lvl2pPr marL="158420" indent="0" algn="ctr">
              <a:buNone/>
              <a:defRPr sz="693"/>
            </a:lvl2pPr>
            <a:lvl3pPr marL="316840" indent="0" algn="ctr">
              <a:buNone/>
              <a:defRPr sz="624"/>
            </a:lvl3pPr>
            <a:lvl4pPr marL="475259" indent="0" algn="ctr">
              <a:buNone/>
              <a:defRPr sz="554"/>
            </a:lvl4pPr>
            <a:lvl5pPr marL="633679" indent="0" algn="ctr">
              <a:buNone/>
              <a:defRPr sz="554"/>
            </a:lvl5pPr>
            <a:lvl6pPr marL="792099" indent="0" algn="ctr">
              <a:buNone/>
              <a:defRPr sz="554"/>
            </a:lvl6pPr>
            <a:lvl7pPr marL="950519" indent="0" algn="ctr">
              <a:buNone/>
              <a:defRPr sz="554"/>
            </a:lvl7pPr>
            <a:lvl8pPr marL="1108939" indent="0" algn="ctr">
              <a:buNone/>
              <a:defRPr sz="554"/>
            </a:lvl8pPr>
            <a:lvl9pPr marL="1267358" indent="0" algn="ctr">
              <a:buNone/>
              <a:defRPr sz="554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572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097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194" y="960145"/>
            <a:ext cx="2732961" cy="1602023"/>
          </a:xfrm>
        </p:spPr>
        <p:txBody>
          <a:bodyPr anchor="b"/>
          <a:lstStyle>
            <a:lvl1pPr>
              <a:defRPr sz="20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194" y="2577324"/>
            <a:ext cx="2732961" cy="842466"/>
          </a:xfrm>
        </p:spPr>
        <p:txBody>
          <a:bodyPr/>
          <a:lstStyle>
            <a:lvl1pPr marL="0" indent="0">
              <a:buNone/>
              <a:defRPr sz="832">
                <a:solidFill>
                  <a:schemeClr val="tx1">
                    <a:tint val="82000"/>
                  </a:schemeClr>
                </a:solidFill>
              </a:defRPr>
            </a:lvl1pPr>
            <a:lvl2pPr marL="158420" indent="0">
              <a:buNone/>
              <a:defRPr sz="693">
                <a:solidFill>
                  <a:schemeClr val="tx1">
                    <a:tint val="82000"/>
                  </a:schemeClr>
                </a:solidFill>
              </a:defRPr>
            </a:lvl2pPr>
            <a:lvl3pPr marL="316840" indent="0">
              <a:buNone/>
              <a:defRPr sz="624">
                <a:solidFill>
                  <a:schemeClr val="tx1">
                    <a:tint val="82000"/>
                  </a:schemeClr>
                </a:solidFill>
              </a:defRPr>
            </a:lvl3pPr>
            <a:lvl4pPr marL="475259" indent="0">
              <a:buNone/>
              <a:defRPr sz="554">
                <a:solidFill>
                  <a:schemeClr val="tx1">
                    <a:tint val="82000"/>
                  </a:schemeClr>
                </a:solidFill>
              </a:defRPr>
            </a:lvl4pPr>
            <a:lvl5pPr marL="633679" indent="0">
              <a:buNone/>
              <a:defRPr sz="554">
                <a:solidFill>
                  <a:schemeClr val="tx1">
                    <a:tint val="82000"/>
                  </a:schemeClr>
                </a:solidFill>
              </a:defRPr>
            </a:lvl5pPr>
            <a:lvl6pPr marL="792099" indent="0">
              <a:buNone/>
              <a:defRPr sz="554">
                <a:solidFill>
                  <a:schemeClr val="tx1">
                    <a:tint val="82000"/>
                  </a:schemeClr>
                </a:solidFill>
              </a:defRPr>
            </a:lvl6pPr>
            <a:lvl7pPr marL="950519" indent="0">
              <a:buNone/>
              <a:defRPr sz="554">
                <a:solidFill>
                  <a:schemeClr val="tx1">
                    <a:tint val="82000"/>
                  </a:schemeClr>
                </a:solidFill>
              </a:defRPr>
            </a:lvl7pPr>
            <a:lvl8pPr marL="1108939" indent="0">
              <a:buNone/>
              <a:defRPr sz="554">
                <a:solidFill>
                  <a:schemeClr val="tx1">
                    <a:tint val="82000"/>
                  </a:schemeClr>
                </a:solidFill>
              </a:defRPr>
            </a:lvl8pPr>
            <a:lvl9pPr marL="1267358" indent="0">
              <a:buNone/>
              <a:defRPr sz="55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6442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7845" y="1025223"/>
            <a:ext cx="1346676" cy="244359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04129" y="1025223"/>
            <a:ext cx="1346676" cy="244359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662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257" y="205045"/>
            <a:ext cx="2732961" cy="7444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258" y="944097"/>
            <a:ext cx="1340487" cy="462688"/>
          </a:xfrm>
        </p:spPr>
        <p:txBody>
          <a:bodyPr anchor="b"/>
          <a:lstStyle>
            <a:lvl1pPr marL="0" indent="0">
              <a:buNone/>
              <a:defRPr sz="832" b="1"/>
            </a:lvl1pPr>
            <a:lvl2pPr marL="158420" indent="0">
              <a:buNone/>
              <a:defRPr sz="693" b="1"/>
            </a:lvl2pPr>
            <a:lvl3pPr marL="316840" indent="0">
              <a:buNone/>
              <a:defRPr sz="624" b="1"/>
            </a:lvl3pPr>
            <a:lvl4pPr marL="475259" indent="0">
              <a:buNone/>
              <a:defRPr sz="554" b="1"/>
            </a:lvl4pPr>
            <a:lvl5pPr marL="633679" indent="0">
              <a:buNone/>
              <a:defRPr sz="554" b="1"/>
            </a:lvl5pPr>
            <a:lvl6pPr marL="792099" indent="0">
              <a:buNone/>
              <a:defRPr sz="554" b="1"/>
            </a:lvl6pPr>
            <a:lvl7pPr marL="950519" indent="0">
              <a:buNone/>
              <a:defRPr sz="554" b="1"/>
            </a:lvl7pPr>
            <a:lvl8pPr marL="1108939" indent="0">
              <a:buNone/>
              <a:defRPr sz="554" b="1"/>
            </a:lvl8pPr>
            <a:lvl9pPr marL="1267358" indent="0">
              <a:buNone/>
              <a:defRPr sz="55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8258" y="1406785"/>
            <a:ext cx="1340487" cy="206916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04129" y="944097"/>
            <a:ext cx="1347089" cy="462688"/>
          </a:xfrm>
        </p:spPr>
        <p:txBody>
          <a:bodyPr anchor="b"/>
          <a:lstStyle>
            <a:lvl1pPr marL="0" indent="0">
              <a:buNone/>
              <a:defRPr sz="832" b="1"/>
            </a:lvl1pPr>
            <a:lvl2pPr marL="158420" indent="0">
              <a:buNone/>
              <a:defRPr sz="693" b="1"/>
            </a:lvl2pPr>
            <a:lvl3pPr marL="316840" indent="0">
              <a:buNone/>
              <a:defRPr sz="624" b="1"/>
            </a:lvl3pPr>
            <a:lvl4pPr marL="475259" indent="0">
              <a:buNone/>
              <a:defRPr sz="554" b="1"/>
            </a:lvl4pPr>
            <a:lvl5pPr marL="633679" indent="0">
              <a:buNone/>
              <a:defRPr sz="554" b="1"/>
            </a:lvl5pPr>
            <a:lvl6pPr marL="792099" indent="0">
              <a:buNone/>
              <a:defRPr sz="554" b="1"/>
            </a:lvl6pPr>
            <a:lvl7pPr marL="950519" indent="0">
              <a:buNone/>
              <a:defRPr sz="554" b="1"/>
            </a:lvl7pPr>
            <a:lvl8pPr marL="1108939" indent="0">
              <a:buNone/>
              <a:defRPr sz="554" b="1"/>
            </a:lvl8pPr>
            <a:lvl9pPr marL="1267358" indent="0">
              <a:buNone/>
              <a:defRPr sz="55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04129" y="1406785"/>
            <a:ext cx="1347089" cy="206916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925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177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19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257" y="256752"/>
            <a:ext cx="1021972" cy="898631"/>
          </a:xfrm>
        </p:spPr>
        <p:txBody>
          <a:bodyPr anchor="b"/>
          <a:lstStyle>
            <a:lvl1pPr>
              <a:defRPr sz="11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47089" y="554513"/>
            <a:ext cx="1604129" cy="2736901"/>
          </a:xfrm>
        </p:spPr>
        <p:txBody>
          <a:bodyPr/>
          <a:lstStyle>
            <a:lvl1pPr>
              <a:defRPr sz="1109"/>
            </a:lvl1pPr>
            <a:lvl2pPr>
              <a:defRPr sz="970"/>
            </a:lvl2pPr>
            <a:lvl3pPr>
              <a:defRPr sz="832"/>
            </a:lvl3pPr>
            <a:lvl4pPr>
              <a:defRPr sz="693"/>
            </a:lvl4pPr>
            <a:lvl5pPr>
              <a:defRPr sz="693"/>
            </a:lvl5pPr>
            <a:lvl6pPr>
              <a:defRPr sz="693"/>
            </a:lvl6pPr>
            <a:lvl7pPr>
              <a:defRPr sz="693"/>
            </a:lvl7pPr>
            <a:lvl8pPr>
              <a:defRPr sz="693"/>
            </a:lvl8pPr>
            <a:lvl9pPr>
              <a:defRPr sz="69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8257" y="1155383"/>
            <a:ext cx="1021972" cy="2140489"/>
          </a:xfrm>
        </p:spPr>
        <p:txBody>
          <a:bodyPr/>
          <a:lstStyle>
            <a:lvl1pPr marL="0" indent="0">
              <a:buNone/>
              <a:defRPr sz="554"/>
            </a:lvl1pPr>
            <a:lvl2pPr marL="158420" indent="0">
              <a:buNone/>
              <a:defRPr sz="485"/>
            </a:lvl2pPr>
            <a:lvl3pPr marL="316840" indent="0">
              <a:buNone/>
              <a:defRPr sz="416"/>
            </a:lvl3pPr>
            <a:lvl4pPr marL="475259" indent="0">
              <a:buNone/>
              <a:defRPr sz="347"/>
            </a:lvl4pPr>
            <a:lvl5pPr marL="633679" indent="0">
              <a:buNone/>
              <a:defRPr sz="347"/>
            </a:lvl5pPr>
            <a:lvl6pPr marL="792099" indent="0">
              <a:buNone/>
              <a:defRPr sz="347"/>
            </a:lvl6pPr>
            <a:lvl7pPr marL="950519" indent="0">
              <a:buNone/>
              <a:defRPr sz="347"/>
            </a:lvl7pPr>
            <a:lvl8pPr marL="1108939" indent="0">
              <a:buNone/>
              <a:defRPr sz="347"/>
            </a:lvl8pPr>
            <a:lvl9pPr marL="1267358" indent="0">
              <a:buNone/>
              <a:defRPr sz="34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35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257" y="256752"/>
            <a:ext cx="1021972" cy="898631"/>
          </a:xfrm>
        </p:spPr>
        <p:txBody>
          <a:bodyPr anchor="b"/>
          <a:lstStyle>
            <a:lvl1pPr>
              <a:defRPr sz="11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47089" y="554513"/>
            <a:ext cx="1604129" cy="2736901"/>
          </a:xfrm>
        </p:spPr>
        <p:txBody>
          <a:bodyPr anchor="t"/>
          <a:lstStyle>
            <a:lvl1pPr marL="0" indent="0">
              <a:buNone/>
              <a:defRPr sz="1109"/>
            </a:lvl1pPr>
            <a:lvl2pPr marL="158420" indent="0">
              <a:buNone/>
              <a:defRPr sz="970"/>
            </a:lvl2pPr>
            <a:lvl3pPr marL="316840" indent="0">
              <a:buNone/>
              <a:defRPr sz="832"/>
            </a:lvl3pPr>
            <a:lvl4pPr marL="475259" indent="0">
              <a:buNone/>
              <a:defRPr sz="693"/>
            </a:lvl4pPr>
            <a:lvl5pPr marL="633679" indent="0">
              <a:buNone/>
              <a:defRPr sz="693"/>
            </a:lvl5pPr>
            <a:lvl6pPr marL="792099" indent="0">
              <a:buNone/>
              <a:defRPr sz="693"/>
            </a:lvl6pPr>
            <a:lvl7pPr marL="950519" indent="0">
              <a:buNone/>
              <a:defRPr sz="693"/>
            </a:lvl7pPr>
            <a:lvl8pPr marL="1108939" indent="0">
              <a:buNone/>
              <a:defRPr sz="693"/>
            </a:lvl8pPr>
            <a:lvl9pPr marL="1267358" indent="0">
              <a:buNone/>
              <a:defRPr sz="69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8257" y="1155383"/>
            <a:ext cx="1021972" cy="2140489"/>
          </a:xfrm>
        </p:spPr>
        <p:txBody>
          <a:bodyPr/>
          <a:lstStyle>
            <a:lvl1pPr marL="0" indent="0">
              <a:buNone/>
              <a:defRPr sz="554"/>
            </a:lvl1pPr>
            <a:lvl2pPr marL="158420" indent="0">
              <a:buNone/>
              <a:defRPr sz="485"/>
            </a:lvl2pPr>
            <a:lvl3pPr marL="316840" indent="0">
              <a:buNone/>
              <a:defRPr sz="416"/>
            </a:lvl3pPr>
            <a:lvl4pPr marL="475259" indent="0">
              <a:buNone/>
              <a:defRPr sz="347"/>
            </a:lvl4pPr>
            <a:lvl5pPr marL="633679" indent="0">
              <a:buNone/>
              <a:defRPr sz="347"/>
            </a:lvl5pPr>
            <a:lvl6pPr marL="792099" indent="0">
              <a:buNone/>
              <a:defRPr sz="347"/>
            </a:lvl6pPr>
            <a:lvl7pPr marL="950519" indent="0">
              <a:buNone/>
              <a:defRPr sz="347"/>
            </a:lvl7pPr>
            <a:lvl8pPr marL="1108939" indent="0">
              <a:buNone/>
              <a:defRPr sz="347"/>
            </a:lvl8pPr>
            <a:lvl9pPr marL="1267358" indent="0">
              <a:buNone/>
              <a:defRPr sz="34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721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0827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67565" y="205045"/>
            <a:ext cx="683240" cy="326377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7845" y="205045"/>
            <a:ext cx="2010112" cy="326377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746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7845" y="205045"/>
            <a:ext cx="2732961" cy="7444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7845" y="1025223"/>
            <a:ext cx="2732961" cy="2443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7845" y="3569562"/>
            <a:ext cx="712946" cy="2050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1A98C3-708C-BF45-9C6D-989FFCF4A5FD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49616" y="3569562"/>
            <a:ext cx="1069419" cy="2050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37859" y="3569562"/>
            <a:ext cx="712946" cy="2050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764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316840" rtl="0" eaLnBrk="1" latinLnBrk="0" hangingPunct="1">
        <a:lnSpc>
          <a:spcPct val="90000"/>
        </a:lnSpc>
        <a:spcBef>
          <a:spcPct val="0"/>
        </a:spcBef>
        <a:buNone/>
        <a:defRPr sz="15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9210" indent="-79210" algn="l" defTabSz="316840" rtl="0" eaLnBrk="1" latinLnBrk="0" hangingPunct="1">
        <a:lnSpc>
          <a:spcPct val="90000"/>
        </a:lnSpc>
        <a:spcBef>
          <a:spcPts val="347"/>
        </a:spcBef>
        <a:buFont typeface="Arial" panose="020B0604020202020204" pitchFamily="34" charset="0"/>
        <a:buChar char="•"/>
        <a:defRPr sz="970" kern="1200">
          <a:solidFill>
            <a:schemeClr val="tx1"/>
          </a:solidFill>
          <a:latin typeface="+mn-lt"/>
          <a:ea typeface="+mn-ea"/>
          <a:cs typeface="+mn-cs"/>
        </a:defRPr>
      </a:lvl1pPr>
      <a:lvl2pPr marL="237630" indent="-79210" algn="l" defTabSz="316840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832" kern="1200">
          <a:solidFill>
            <a:schemeClr val="tx1"/>
          </a:solidFill>
          <a:latin typeface="+mn-lt"/>
          <a:ea typeface="+mn-ea"/>
          <a:cs typeface="+mn-cs"/>
        </a:defRPr>
      </a:lvl2pPr>
      <a:lvl3pPr marL="396050" indent="-79210" algn="l" defTabSz="316840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693" kern="1200">
          <a:solidFill>
            <a:schemeClr val="tx1"/>
          </a:solidFill>
          <a:latin typeface="+mn-lt"/>
          <a:ea typeface="+mn-ea"/>
          <a:cs typeface="+mn-cs"/>
        </a:defRPr>
      </a:lvl3pPr>
      <a:lvl4pPr marL="554469" indent="-79210" algn="l" defTabSz="316840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624" kern="1200">
          <a:solidFill>
            <a:schemeClr val="tx1"/>
          </a:solidFill>
          <a:latin typeface="+mn-lt"/>
          <a:ea typeface="+mn-ea"/>
          <a:cs typeface="+mn-cs"/>
        </a:defRPr>
      </a:lvl4pPr>
      <a:lvl5pPr marL="712889" indent="-79210" algn="l" defTabSz="316840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624" kern="1200">
          <a:solidFill>
            <a:schemeClr val="tx1"/>
          </a:solidFill>
          <a:latin typeface="+mn-lt"/>
          <a:ea typeface="+mn-ea"/>
          <a:cs typeface="+mn-cs"/>
        </a:defRPr>
      </a:lvl5pPr>
      <a:lvl6pPr marL="871309" indent="-79210" algn="l" defTabSz="316840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624" kern="1200">
          <a:solidFill>
            <a:schemeClr val="tx1"/>
          </a:solidFill>
          <a:latin typeface="+mn-lt"/>
          <a:ea typeface="+mn-ea"/>
          <a:cs typeface="+mn-cs"/>
        </a:defRPr>
      </a:lvl6pPr>
      <a:lvl7pPr marL="1029729" indent="-79210" algn="l" defTabSz="316840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624" kern="1200">
          <a:solidFill>
            <a:schemeClr val="tx1"/>
          </a:solidFill>
          <a:latin typeface="+mn-lt"/>
          <a:ea typeface="+mn-ea"/>
          <a:cs typeface="+mn-cs"/>
        </a:defRPr>
      </a:lvl7pPr>
      <a:lvl8pPr marL="1188149" indent="-79210" algn="l" defTabSz="316840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624" kern="1200">
          <a:solidFill>
            <a:schemeClr val="tx1"/>
          </a:solidFill>
          <a:latin typeface="+mn-lt"/>
          <a:ea typeface="+mn-ea"/>
          <a:cs typeface="+mn-cs"/>
        </a:defRPr>
      </a:lvl8pPr>
      <a:lvl9pPr marL="1346568" indent="-79210" algn="l" defTabSz="316840" rtl="0" eaLnBrk="1" latinLnBrk="0" hangingPunct="1">
        <a:lnSpc>
          <a:spcPct val="90000"/>
        </a:lnSpc>
        <a:spcBef>
          <a:spcPts val="173"/>
        </a:spcBef>
        <a:buFont typeface="Arial" panose="020B0604020202020204" pitchFamily="34" charset="0"/>
        <a:buChar char="•"/>
        <a:defRPr sz="62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16840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1pPr>
      <a:lvl2pPr marL="158420" algn="l" defTabSz="316840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2pPr>
      <a:lvl3pPr marL="316840" algn="l" defTabSz="316840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3pPr>
      <a:lvl4pPr marL="475259" algn="l" defTabSz="316840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4pPr>
      <a:lvl5pPr marL="633679" algn="l" defTabSz="316840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5pPr>
      <a:lvl6pPr marL="792099" algn="l" defTabSz="316840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6pPr>
      <a:lvl7pPr marL="950519" algn="l" defTabSz="316840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7pPr>
      <a:lvl8pPr marL="1108939" algn="l" defTabSz="316840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8pPr>
      <a:lvl9pPr marL="1267358" algn="l" defTabSz="316840" rtl="0" eaLnBrk="1" latinLnBrk="0" hangingPunct="1">
        <a:defRPr sz="62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9FFDA3-45D4-DF59-9F04-3DA207BF80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41" b="5741"/>
          <a:stretch/>
        </p:blipFill>
        <p:spPr>
          <a:xfrm>
            <a:off x="0" y="2151901"/>
            <a:ext cx="3168650" cy="17278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97E6E2-5627-0C3A-DE9C-44CBE179FEF0}"/>
              </a:ext>
            </a:extLst>
          </p:cNvPr>
          <p:cNvSpPr txBox="1"/>
          <p:nvPr/>
        </p:nvSpPr>
        <p:spPr>
          <a:xfrm>
            <a:off x="62257" y="2181025"/>
            <a:ext cx="1478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 dirty="0"/>
              <a:t>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03D0E6E-5DDD-B63A-2130-4BF4A9A7B4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28" r="4228"/>
          <a:stretch/>
        </p:blipFill>
        <p:spPr>
          <a:xfrm>
            <a:off x="0" y="67586"/>
            <a:ext cx="3169358" cy="1979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94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4514</TotalTime>
  <Words>2</Words>
  <Application>Microsoft Macintosh PowerPoint</Application>
  <PresentationFormat>Custom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Iain Hepburn</dc:creator>
  <cp:keywords/>
  <dc:description/>
  <cp:lastModifiedBy>Iain Hepburn</cp:lastModifiedBy>
  <cp:revision>21</cp:revision>
  <dcterms:created xsi:type="dcterms:W3CDTF">2025-03-10T06:12:56Z</dcterms:created>
  <dcterms:modified xsi:type="dcterms:W3CDTF">2026-06-29T07:42:23Z</dcterms:modified>
  <cp:category/>
</cp:coreProperties>
</file>