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56" r:id="rId2"/>
  </p:sldIdLst>
  <p:sldSz cx="3168650" cy="3851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565"/>
    <p:restoredTop sz="94668"/>
  </p:normalViewPr>
  <p:slideViewPr>
    <p:cSldViewPr snapToGrid="0">
      <p:cViewPr varScale="1">
        <p:scale>
          <a:sx n="212" d="100"/>
          <a:sy n="212" d="100"/>
        </p:scale>
        <p:origin x="4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F415A-1592-9A41-AB3D-8F61FC891795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0" y="1143000"/>
            <a:ext cx="2540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75390-D5A3-8D43-8240-C8F7D0CB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3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0" y="1143000"/>
            <a:ext cx="2540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75390-D5A3-8D43-8240-C8F7D0CBC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0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49" y="630290"/>
            <a:ext cx="2693353" cy="1340814"/>
          </a:xfrm>
        </p:spPr>
        <p:txBody>
          <a:bodyPr anchor="b"/>
          <a:lstStyle>
            <a:lvl1pPr algn="ctr">
              <a:defRPr sz="2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081" y="2022811"/>
            <a:ext cx="2376488" cy="929833"/>
          </a:xfrm>
        </p:spPr>
        <p:txBody>
          <a:bodyPr/>
          <a:lstStyle>
            <a:lvl1pPr marL="0" indent="0" algn="ctr">
              <a:buNone/>
              <a:defRPr sz="832"/>
            </a:lvl1pPr>
            <a:lvl2pPr marL="158420" indent="0" algn="ctr">
              <a:buNone/>
              <a:defRPr sz="693"/>
            </a:lvl2pPr>
            <a:lvl3pPr marL="316840" indent="0" algn="ctr">
              <a:buNone/>
              <a:defRPr sz="624"/>
            </a:lvl3pPr>
            <a:lvl4pPr marL="475259" indent="0" algn="ctr">
              <a:buNone/>
              <a:defRPr sz="554"/>
            </a:lvl4pPr>
            <a:lvl5pPr marL="633679" indent="0" algn="ctr">
              <a:buNone/>
              <a:defRPr sz="554"/>
            </a:lvl5pPr>
            <a:lvl6pPr marL="792099" indent="0" algn="ctr">
              <a:buNone/>
              <a:defRPr sz="554"/>
            </a:lvl6pPr>
            <a:lvl7pPr marL="950519" indent="0" algn="ctr">
              <a:buNone/>
              <a:defRPr sz="554"/>
            </a:lvl7pPr>
            <a:lvl8pPr marL="1108939" indent="0" algn="ctr">
              <a:buNone/>
              <a:defRPr sz="554"/>
            </a:lvl8pPr>
            <a:lvl9pPr marL="1267358" indent="0" algn="ctr">
              <a:buNone/>
              <a:defRPr sz="55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7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9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94" y="960145"/>
            <a:ext cx="2732961" cy="1602023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194" y="2577324"/>
            <a:ext cx="2732961" cy="842466"/>
          </a:xfrm>
        </p:spPr>
        <p:txBody>
          <a:bodyPr/>
          <a:lstStyle>
            <a:lvl1pPr marL="0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1pPr>
            <a:lvl2pPr marL="158420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2pPr>
            <a:lvl3pPr marL="316840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3pPr>
            <a:lvl4pPr marL="47525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4pPr>
            <a:lvl5pPr marL="63367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5pPr>
            <a:lvl6pPr marL="79209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6pPr>
            <a:lvl7pPr marL="95051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7pPr>
            <a:lvl8pPr marL="110893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8pPr>
            <a:lvl9pPr marL="1267358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4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845" y="1025223"/>
            <a:ext cx="1346676" cy="2443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4129" y="1025223"/>
            <a:ext cx="1346676" cy="2443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6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257" y="205045"/>
            <a:ext cx="2732961" cy="7444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258" y="944097"/>
            <a:ext cx="1340487" cy="46268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258" y="1406785"/>
            <a:ext cx="1340487" cy="2069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04129" y="944097"/>
            <a:ext cx="1347089" cy="46268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04129" y="1406785"/>
            <a:ext cx="1347089" cy="2069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7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1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257" y="256752"/>
            <a:ext cx="1021972" cy="898631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089" y="554513"/>
            <a:ext cx="1604129" cy="2736901"/>
          </a:xfrm>
        </p:spPr>
        <p:txBody>
          <a:bodyPr/>
          <a:lstStyle>
            <a:lvl1pPr>
              <a:defRPr sz="1109"/>
            </a:lvl1pPr>
            <a:lvl2pPr>
              <a:defRPr sz="970"/>
            </a:lvl2pPr>
            <a:lvl3pPr>
              <a:defRPr sz="832"/>
            </a:lvl3pPr>
            <a:lvl4pPr>
              <a:defRPr sz="693"/>
            </a:lvl4pPr>
            <a:lvl5pPr>
              <a:defRPr sz="693"/>
            </a:lvl5pPr>
            <a:lvl6pPr>
              <a:defRPr sz="693"/>
            </a:lvl6pPr>
            <a:lvl7pPr>
              <a:defRPr sz="693"/>
            </a:lvl7pPr>
            <a:lvl8pPr>
              <a:defRPr sz="693"/>
            </a:lvl8pPr>
            <a:lvl9pPr>
              <a:defRPr sz="69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257" y="1155383"/>
            <a:ext cx="1021972" cy="2140489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257" y="256752"/>
            <a:ext cx="1021972" cy="898631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47089" y="554513"/>
            <a:ext cx="1604129" cy="2736901"/>
          </a:xfrm>
        </p:spPr>
        <p:txBody>
          <a:bodyPr anchor="t"/>
          <a:lstStyle>
            <a:lvl1pPr marL="0" indent="0">
              <a:buNone/>
              <a:defRPr sz="1109"/>
            </a:lvl1pPr>
            <a:lvl2pPr marL="158420" indent="0">
              <a:buNone/>
              <a:defRPr sz="970"/>
            </a:lvl2pPr>
            <a:lvl3pPr marL="316840" indent="0">
              <a:buNone/>
              <a:defRPr sz="832"/>
            </a:lvl3pPr>
            <a:lvl4pPr marL="475259" indent="0">
              <a:buNone/>
              <a:defRPr sz="693"/>
            </a:lvl4pPr>
            <a:lvl5pPr marL="633679" indent="0">
              <a:buNone/>
              <a:defRPr sz="693"/>
            </a:lvl5pPr>
            <a:lvl6pPr marL="792099" indent="0">
              <a:buNone/>
              <a:defRPr sz="693"/>
            </a:lvl6pPr>
            <a:lvl7pPr marL="950519" indent="0">
              <a:buNone/>
              <a:defRPr sz="693"/>
            </a:lvl7pPr>
            <a:lvl8pPr marL="1108939" indent="0">
              <a:buNone/>
              <a:defRPr sz="693"/>
            </a:lvl8pPr>
            <a:lvl9pPr marL="1267358" indent="0">
              <a:buNone/>
              <a:defRPr sz="69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257" y="1155383"/>
            <a:ext cx="1021972" cy="2140489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2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8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67565" y="205045"/>
            <a:ext cx="683240" cy="326377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7845" y="205045"/>
            <a:ext cx="2010112" cy="326377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4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845" y="205045"/>
            <a:ext cx="2732961" cy="744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845" y="1025223"/>
            <a:ext cx="2732961" cy="244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7845" y="3569562"/>
            <a:ext cx="712946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A98C3-708C-BF45-9C6D-989FFCF4A5F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9616" y="3569562"/>
            <a:ext cx="1069419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37859" y="3569562"/>
            <a:ext cx="712946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6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316840" rtl="0" eaLnBrk="1" latinLnBrk="0" hangingPunct="1">
        <a:lnSpc>
          <a:spcPct val="90000"/>
        </a:lnSpc>
        <a:spcBef>
          <a:spcPct val="0"/>
        </a:spcBef>
        <a:buNone/>
        <a:defRPr sz="15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10" indent="-79210" algn="l" defTabSz="316840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970" kern="1200">
          <a:solidFill>
            <a:schemeClr val="tx1"/>
          </a:solidFill>
          <a:latin typeface="+mn-lt"/>
          <a:ea typeface="+mn-ea"/>
          <a:cs typeface="+mn-cs"/>
        </a:defRPr>
      </a:lvl1pPr>
      <a:lvl2pPr marL="23763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2pPr>
      <a:lvl3pPr marL="39605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3pPr>
      <a:lvl4pPr marL="55446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71288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87130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102972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8814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346568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1pPr>
      <a:lvl2pPr marL="15842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2pPr>
      <a:lvl3pPr marL="31684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3pPr>
      <a:lvl4pPr marL="47525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63367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95051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0893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267358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9FFDA3-45D4-DF59-9F04-3DA207BF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51" b="7731"/>
          <a:stretch/>
        </p:blipFill>
        <p:spPr>
          <a:xfrm>
            <a:off x="0" y="2151901"/>
            <a:ext cx="3168650" cy="17278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97E6E2-5627-0C3A-DE9C-44CBE179FEF0}"/>
              </a:ext>
            </a:extLst>
          </p:cNvPr>
          <p:cNvSpPr txBox="1"/>
          <p:nvPr/>
        </p:nvSpPr>
        <p:spPr>
          <a:xfrm>
            <a:off x="62257" y="2181025"/>
            <a:ext cx="1478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AB88C-9BED-E505-E597-C7D2D4B1AE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5" b="3055"/>
          <a:stretch/>
        </p:blipFill>
        <p:spPr>
          <a:xfrm>
            <a:off x="0" y="-664"/>
            <a:ext cx="3168650" cy="218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4398</TotalTime>
  <Words>2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Iain Hepburn</dc:creator>
  <cp:keywords/>
  <dc:description/>
  <cp:lastModifiedBy>Iain Hepburn</cp:lastModifiedBy>
  <cp:revision>18</cp:revision>
  <dcterms:created xsi:type="dcterms:W3CDTF">2025-03-10T06:12:56Z</dcterms:created>
  <dcterms:modified xsi:type="dcterms:W3CDTF">2025-10-23T01:32:55Z</dcterms:modified>
  <cp:category/>
</cp:coreProperties>
</file>