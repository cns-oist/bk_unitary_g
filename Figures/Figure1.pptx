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3"/>
  </p:notesMasterIdLst>
  <p:sldIdLst>
    <p:sldId id="256" r:id="rId2"/>
  </p:sldIdLst>
  <p:sldSz cx="6480175" cy="2700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13"/>
  </p:normalViewPr>
  <p:slideViewPr>
    <p:cSldViewPr snapToGrid="0">
      <p:cViewPr varScale="1">
        <p:scale>
          <a:sx n="304" d="100"/>
          <a:sy n="304" d="100"/>
        </p:scale>
        <p:origin x="19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3831D-6582-214D-8DB6-DB700C4D073D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4638" y="1143000"/>
            <a:ext cx="74072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93F66-D398-CB46-AAF7-40BCD9DE1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770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4638" y="1143000"/>
            <a:ext cx="7407276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93F66-D398-CB46-AAF7-40BCD9DE12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74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22" y="441930"/>
            <a:ext cx="4860131" cy="940118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1418303"/>
            <a:ext cx="4860131" cy="651956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98C3-708C-BF45-9C6D-989FFCF4A5FD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63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98C3-708C-BF45-9C6D-989FFCF4A5FD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65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673210"/>
            <a:ext cx="5589151" cy="1123265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1807101"/>
            <a:ext cx="5589151" cy="590699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98C3-708C-BF45-9C6D-989FFCF4A5FD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014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718840"/>
            <a:ext cx="2754074" cy="17133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718840"/>
            <a:ext cx="2754074" cy="17133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98C3-708C-BF45-9C6D-989FFCF4A5FD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41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143768"/>
            <a:ext cx="5589151" cy="52194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6" y="661958"/>
            <a:ext cx="2741418" cy="324415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6" y="986373"/>
            <a:ext cx="2741418" cy="14508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661958"/>
            <a:ext cx="2754918" cy="324415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986373"/>
            <a:ext cx="2754918" cy="14508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98C3-708C-BF45-9C6D-989FFCF4A5FD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81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98C3-708C-BF45-9C6D-989FFCF4A5FD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27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98C3-708C-BF45-9C6D-989FFCF4A5FD}" type="datetimeFigureOut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56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180022"/>
            <a:ext cx="2090025" cy="630079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388799"/>
            <a:ext cx="3280589" cy="1918990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810101"/>
            <a:ext cx="2090025" cy="1500813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98C3-708C-BF45-9C6D-989FFCF4A5FD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20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180022"/>
            <a:ext cx="2090025" cy="630079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388799"/>
            <a:ext cx="3280589" cy="1918990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810101"/>
            <a:ext cx="2090025" cy="1500813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98C3-708C-BF45-9C6D-989FFCF4A5FD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54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98C3-708C-BF45-9C6D-989FFCF4A5FD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15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143768"/>
            <a:ext cx="1397288" cy="228841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143768"/>
            <a:ext cx="4110861" cy="228841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98C3-708C-BF45-9C6D-989FFCF4A5FD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585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143768"/>
            <a:ext cx="5589151" cy="5219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718840"/>
            <a:ext cx="5589151" cy="1713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2502813"/>
            <a:ext cx="1458039" cy="143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A98C3-708C-BF45-9C6D-989FFCF4A5FD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2502813"/>
            <a:ext cx="2187059" cy="143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2502813"/>
            <a:ext cx="1458039" cy="143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28BF0F-DBAF-F741-A5C1-C2572255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8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A597D6D8-A201-EA4D-88AE-DAE3084B45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" t="4079" r="32303" b="2995"/>
          <a:stretch>
            <a:fillRect/>
          </a:stretch>
        </p:blipFill>
        <p:spPr>
          <a:xfrm>
            <a:off x="3783795" y="200966"/>
            <a:ext cx="2696379" cy="23396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444AF7-CCDC-E9D6-76FE-EFBFD8BA09CF}"/>
              </a:ext>
            </a:extLst>
          </p:cNvPr>
          <p:cNvSpPr txBox="1"/>
          <p:nvPr/>
        </p:nvSpPr>
        <p:spPr>
          <a:xfrm>
            <a:off x="3792664" y="67283"/>
            <a:ext cx="2295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D8B043-E752-7C25-6CC3-DDA7C5FC7848}"/>
              </a:ext>
            </a:extLst>
          </p:cNvPr>
          <p:cNvSpPr txBox="1"/>
          <p:nvPr/>
        </p:nvSpPr>
        <p:spPr>
          <a:xfrm>
            <a:off x="105472" y="77855"/>
            <a:ext cx="2295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a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B6CBD33-0B79-1433-C28F-665FCF5F9C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724" y="289420"/>
            <a:ext cx="3636628" cy="217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94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1728</TotalTime>
  <Words>3</Words>
  <Application>Microsoft Macintosh PowerPoint</Application>
  <PresentationFormat>Custom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Iain Hepburn</dc:creator>
  <cp:lastModifiedBy>Iain Hepburn</cp:lastModifiedBy>
  <cp:revision>43</cp:revision>
  <dcterms:created xsi:type="dcterms:W3CDTF">2025-03-10T06:12:56Z</dcterms:created>
  <dcterms:modified xsi:type="dcterms:W3CDTF">2026-07-21T01:51:50Z</dcterms:modified>
</cp:coreProperties>
</file>