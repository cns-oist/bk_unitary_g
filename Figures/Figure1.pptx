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3"/>
  </p:notesMasterIdLst>
  <p:sldIdLst>
    <p:sldId id="256" r:id="rId2"/>
  </p:sldIdLst>
  <p:sldSz cx="6480175" cy="27003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598"/>
  </p:normalViewPr>
  <p:slideViewPr>
    <p:cSldViewPr snapToGrid="0">
      <p:cViewPr varScale="1">
        <p:scale>
          <a:sx n="288" d="100"/>
          <a:sy n="288" d="100"/>
        </p:scale>
        <p:origin x="17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C3831D-6582-214D-8DB6-DB700C4D073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74638" y="1143000"/>
            <a:ext cx="7407276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F93F66-D398-CB46-AAF7-40BCD9DE12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7703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74638" y="1143000"/>
            <a:ext cx="7407276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F93F66-D398-CB46-AAF7-40BCD9DE12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774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22" y="441930"/>
            <a:ext cx="4860131" cy="940118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22" y="1418303"/>
            <a:ext cx="4860131" cy="651956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637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665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2137" y="673210"/>
            <a:ext cx="5589151" cy="1123265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2137" y="1807101"/>
            <a:ext cx="5589151" cy="590699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014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5512" y="718840"/>
            <a:ext cx="2754074" cy="17133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80589" y="718840"/>
            <a:ext cx="2754074" cy="17133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5419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143768"/>
            <a:ext cx="5589151" cy="52194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6356" y="661958"/>
            <a:ext cx="2741418" cy="324415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356" y="986373"/>
            <a:ext cx="2741418" cy="14508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589" y="661958"/>
            <a:ext cx="2754918" cy="324415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80589" y="986373"/>
            <a:ext cx="2754918" cy="14508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681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027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656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180022"/>
            <a:ext cx="2090025" cy="630079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54918" y="388799"/>
            <a:ext cx="3280589" cy="1918990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356" y="810101"/>
            <a:ext cx="2090025" cy="1500813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2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6356" y="180022"/>
            <a:ext cx="2090025" cy="630079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54918" y="388799"/>
            <a:ext cx="3280589" cy="1918990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6356" y="810101"/>
            <a:ext cx="2090025" cy="1500813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54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15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637375" y="143768"/>
            <a:ext cx="1397288" cy="228841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5512" y="143768"/>
            <a:ext cx="4110861" cy="228841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585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5512" y="143768"/>
            <a:ext cx="5589151" cy="5219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5512" y="718840"/>
            <a:ext cx="5589151" cy="17133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5512" y="2502813"/>
            <a:ext cx="1458039" cy="1437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A98C3-708C-BF45-9C6D-989FFCF4A5FD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46558" y="2502813"/>
            <a:ext cx="2187059" cy="1437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76624" y="2502813"/>
            <a:ext cx="1458039" cy="1437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28BF0F-DBAF-F741-A5C1-C2572255FB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3871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emf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emf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A597D6D8-A201-EA4D-88AE-DAE3084B4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6" t="4079" r="32303" b="2995"/>
          <a:stretch>
            <a:fillRect/>
          </a:stretch>
        </p:blipFill>
        <p:spPr>
          <a:xfrm>
            <a:off x="3783795" y="200966"/>
            <a:ext cx="2696379" cy="2339677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CC2B64CF-6183-1C96-8DD0-0E661761CF80}"/>
              </a:ext>
            </a:extLst>
          </p:cNvPr>
          <p:cNvGrpSpPr>
            <a:grpSpLocks noChangeAspect="1"/>
          </p:cNvGrpSpPr>
          <p:nvPr/>
        </p:nvGrpSpPr>
        <p:grpSpPr>
          <a:xfrm>
            <a:off x="57343" y="74656"/>
            <a:ext cx="3744394" cy="2551026"/>
            <a:chOff x="2690393" y="107940"/>
            <a:chExt cx="3744394" cy="25510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E21DC28-9166-C818-825E-4081DEED1AE5}"/>
                </a:ext>
              </a:extLst>
            </p:cNvPr>
            <p:cNvGrpSpPr/>
            <p:nvPr/>
          </p:nvGrpSpPr>
          <p:grpSpPr>
            <a:xfrm>
              <a:off x="2690393" y="153834"/>
              <a:ext cx="3744394" cy="2505132"/>
              <a:chOff x="2690393" y="153834"/>
              <a:chExt cx="3744394" cy="2505132"/>
            </a:xfrm>
          </p:grpSpPr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C10CCC1F-90DE-9415-CD99-9FE3149899A7}"/>
                  </a:ext>
                </a:extLst>
              </p:cNvPr>
              <p:cNvGrpSpPr/>
              <p:nvPr/>
            </p:nvGrpSpPr>
            <p:grpSpPr>
              <a:xfrm>
                <a:off x="2690393" y="153834"/>
                <a:ext cx="3744394" cy="2505132"/>
                <a:chOff x="2690393" y="153834"/>
                <a:chExt cx="3744394" cy="2505132"/>
              </a:xfrm>
            </p:grpSpPr>
            <p:grpSp>
              <p:nvGrpSpPr>
                <p:cNvPr id="76" name="Group 75">
                  <a:extLst>
                    <a:ext uri="{FF2B5EF4-FFF2-40B4-BE49-F238E27FC236}">
                      <a16:creationId xmlns:a16="http://schemas.microsoft.com/office/drawing/2014/main" id="{F5F23627-79BD-4BC6-E01E-EF3B15D3156F}"/>
                    </a:ext>
                  </a:extLst>
                </p:cNvPr>
                <p:cNvGrpSpPr/>
                <p:nvPr/>
              </p:nvGrpSpPr>
              <p:grpSpPr>
                <a:xfrm>
                  <a:off x="2690393" y="153834"/>
                  <a:ext cx="3744394" cy="2505132"/>
                  <a:chOff x="2690393" y="153834"/>
                  <a:chExt cx="3744394" cy="2505132"/>
                </a:xfrm>
              </p:grpSpPr>
              <p:grpSp>
                <p:nvGrpSpPr>
                  <p:cNvPr id="71" name="Group 70">
                    <a:extLst>
                      <a:ext uri="{FF2B5EF4-FFF2-40B4-BE49-F238E27FC236}">
                        <a16:creationId xmlns:a16="http://schemas.microsoft.com/office/drawing/2014/main" id="{1428DA56-EABA-C0F1-D070-6E277FFDB3C5}"/>
                      </a:ext>
                    </a:extLst>
                  </p:cNvPr>
                  <p:cNvGrpSpPr/>
                  <p:nvPr/>
                </p:nvGrpSpPr>
                <p:grpSpPr>
                  <a:xfrm>
                    <a:off x="2690393" y="153834"/>
                    <a:ext cx="3744394" cy="2505132"/>
                    <a:chOff x="2690393" y="153834"/>
                    <a:chExt cx="3744394" cy="2505132"/>
                  </a:xfrm>
                </p:grpSpPr>
                <p:grpSp>
                  <p:nvGrpSpPr>
                    <p:cNvPr id="68" name="Group 67">
                      <a:extLst>
                        <a:ext uri="{FF2B5EF4-FFF2-40B4-BE49-F238E27FC236}">
                          <a16:creationId xmlns:a16="http://schemas.microsoft.com/office/drawing/2014/main" id="{93F17393-7E07-4BB5-D9AF-38478294432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690393" y="153834"/>
                      <a:ext cx="3744394" cy="2505132"/>
                      <a:chOff x="2690393" y="153834"/>
                      <a:chExt cx="3744394" cy="2505132"/>
                    </a:xfrm>
                  </p:grpSpPr>
                  <p:grpSp>
                    <p:nvGrpSpPr>
                      <p:cNvPr id="65" name="Group 64">
                        <a:extLst>
                          <a:ext uri="{FF2B5EF4-FFF2-40B4-BE49-F238E27FC236}">
                            <a16:creationId xmlns:a16="http://schemas.microsoft.com/office/drawing/2014/main" id="{CABCBF5E-B47F-83C5-94C0-DDFB2CEA313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690393" y="153834"/>
                        <a:ext cx="3744394" cy="2505132"/>
                        <a:chOff x="2690393" y="153834"/>
                        <a:chExt cx="3744394" cy="2505132"/>
                      </a:xfrm>
                    </p:grpSpPr>
                    <p:grpSp>
                      <p:nvGrpSpPr>
                        <p:cNvPr id="62" name="Group 61">
                          <a:extLst>
                            <a:ext uri="{FF2B5EF4-FFF2-40B4-BE49-F238E27FC236}">
                              <a16:creationId xmlns:a16="http://schemas.microsoft.com/office/drawing/2014/main" id="{13F0EF30-B7C5-C0FC-C6E5-D35A939111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2690393" y="153834"/>
                          <a:ext cx="3744394" cy="2505132"/>
                          <a:chOff x="2690393" y="153834"/>
                          <a:chExt cx="3744394" cy="2505132"/>
                        </a:xfrm>
                      </p:grpSpPr>
                      <p:grpSp>
                        <p:nvGrpSpPr>
                          <p:cNvPr id="59" name="Group 58">
                            <a:extLst>
                              <a:ext uri="{FF2B5EF4-FFF2-40B4-BE49-F238E27FC236}">
                                <a16:creationId xmlns:a16="http://schemas.microsoft.com/office/drawing/2014/main" id="{676F3493-7138-8FA8-0F17-7D94574AA2D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2690393" y="153834"/>
                            <a:ext cx="3744394" cy="2505132"/>
                            <a:chOff x="2690393" y="153834"/>
                            <a:chExt cx="3744394" cy="2505132"/>
                          </a:xfrm>
                        </p:grpSpPr>
                        <p:grpSp>
                          <p:nvGrpSpPr>
                            <p:cNvPr id="56" name="Group 55">
                              <a:extLst>
                                <a:ext uri="{FF2B5EF4-FFF2-40B4-BE49-F238E27FC236}">
                                  <a16:creationId xmlns:a16="http://schemas.microsoft.com/office/drawing/2014/main" id="{A85C6D24-CD9A-25A9-7815-2BED92D0FDDD}"/>
                                </a:ext>
                              </a:extLst>
                            </p:cNvPr>
                            <p:cNvGrpSpPr/>
                            <p:nvPr/>
                          </p:nvGrpSpPr>
                          <p:grpSpPr>
                            <a:xfrm>
                              <a:off x="2690393" y="153834"/>
                              <a:ext cx="3744394" cy="2505132"/>
                              <a:chOff x="2690393" y="153834"/>
                              <a:chExt cx="3744394" cy="2505132"/>
                            </a:xfrm>
                          </p:grpSpPr>
                          <p:grpSp>
                            <p:nvGrpSpPr>
                              <p:cNvPr id="53" name="Group 52">
                                <a:extLst>
                                  <a:ext uri="{FF2B5EF4-FFF2-40B4-BE49-F238E27FC236}">
                                    <a16:creationId xmlns:a16="http://schemas.microsoft.com/office/drawing/2014/main" id="{349A9255-A6DB-71F3-860D-8518ED6729A0}"/>
                                  </a:ext>
                                </a:extLst>
                              </p:cNvPr>
                              <p:cNvGrpSpPr/>
                              <p:nvPr/>
                            </p:nvGrpSpPr>
                            <p:grpSpPr>
                              <a:xfrm>
                                <a:off x="2690393" y="153834"/>
                                <a:ext cx="3744394" cy="2505132"/>
                                <a:chOff x="2690393" y="153834"/>
                                <a:chExt cx="3744394" cy="2505132"/>
                              </a:xfrm>
                            </p:grpSpPr>
                            <p:grpSp>
                              <p:nvGrpSpPr>
                                <p:cNvPr id="50" name="Group 49">
                                  <a:extLst>
                                    <a:ext uri="{FF2B5EF4-FFF2-40B4-BE49-F238E27FC236}">
                                      <a16:creationId xmlns:a16="http://schemas.microsoft.com/office/drawing/2014/main" id="{AB78A8E9-1184-7AE9-0056-E0425A3FEFB8}"/>
                                    </a:ext>
                                  </a:extLst>
                                </p:cNvPr>
                                <p:cNvGrpSpPr/>
                                <p:nvPr/>
                              </p:nvGrpSpPr>
                              <p:grpSpPr>
                                <a:xfrm>
                                  <a:off x="2690393" y="153834"/>
                                  <a:ext cx="3744394" cy="2505132"/>
                                  <a:chOff x="2690393" y="153834"/>
                                  <a:chExt cx="3744394" cy="2505132"/>
                                </a:xfrm>
                              </p:grpSpPr>
                              <p:grpSp>
                                <p:nvGrpSpPr>
                                  <p:cNvPr id="47" name="Group 46">
                                    <a:extLst>
                                      <a:ext uri="{FF2B5EF4-FFF2-40B4-BE49-F238E27FC236}">
                                        <a16:creationId xmlns:a16="http://schemas.microsoft.com/office/drawing/2014/main" id="{8F762D33-C2E1-3D84-1664-16EA9D13A13E}"/>
                                      </a:ext>
                                    </a:extLst>
                                  </p:cNvPr>
                                  <p:cNvGrpSpPr/>
                                  <p:nvPr/>
                                </p:nvGrpSpPr>
                                <p:grpSpPr>
                                  <a:xfrm>
                                    <a:off x="2690393" y="153834"/>
                                    <a:ext cx="3744394" cy="2505132"/>
                                    <a:chOff x="2690393" y="153834"/>
                                    <a:chExt cx="3744394" cy="2505132"/>
                                  </a:xfrm>
                                </p:grpSpPr>
                                <p:grpSp>
                                  <p:nvGrpSpPr>
                                    <p:cNvPr id="44" name="Group 43">
                                      <a:extLst>
                                        <a:ext uri="{FF2B5EF4-FFF2-40B4-BE49-F238E27FC236}">
                                          <a16:creationId xmlns:a16="http://schemas.microsoft.com/office/drawing/2014/main" id="{35DE4F5C-B521-EDCB-75D9-75E21CDE07D1}"/>
                                        </a:ext>
                                      </a:extLst>
                                    </p:cNvPr>
                                    <p:cNvGrpSpPr/>
                                    <p:nvPr/>
                                  </p:nvGrpSpPr>
                                  <p:grpSpPr>
                                    <a:xfrm>
                                      <a:off x="2690393" y="153834"/>
                                      <a:ext cx="3744394" cy="2505132"/>
                                      <a:chOff x="2690393" y="153834"/>
                                      <a:chExt cx="3744394" cy="2505132"/>
                                    </a:xfrm>
                                  </p:grpSpPr>
                                  <p:grpSp>
                                    <p:nvGrpSpPr>
                                      <p:cNvPr id="40" name="Group 39">
                                        <a:extLst>
                                          <a:ext uri="{FF2B5EF4-FFF2-40B4-BE49-F238E27FC236}">
                                            <a16:creationId xmlns:a16="http://schemas.microsoft.com/office/drawing/2014/main" id="{0C003ACB-F89C-72C5-8A2C-5D98C4ADFA66}"/>
                                          </a:ext>
                                        </a:extLst>
                                      </p:cNvPr>
                                      <p:cNvGrpSpPr/>
                                      <p:nvPr/>
                                    </p:nvGrpSpPr>
                                    <p:grpSpPr>
                                      <a:xfrm>
                                        <a:off x="2690393" y="153834"/>
                                        <a:ext cx="3744394" cy="2505132"/>
                                        <a:chOff x="2690393" y="153834"/>
                                        <a:chExt cx="3744394" cy="2505132"/>
                                      </a:xfrm>
                                    </p:grpSpPr>
                                    <p:grpSp>
                                      <p:nvGrpSpPr>
                                        <p:cNvPr id="37" name="Group 36">
                                          <a:extLst>
                                            <a:ext uri="{FF2B5EF4-FFF2-40B4-BE49-F238E27FC236}">
                                              <a16:creationId xmlns:a16="http://schemas.microsoft.com/office/drawing/2014/main" id="{2B6E0933-72DC-A05F-24FC-138955452616}"/>
                                            </a:ext>
                                          </a:extLst>
                                        </p:cNvPr>
                                        <p:cNvGrpSpPr/>
                                        <p:nvPr/>
                                      </p:nvGrpSpPr>
                                      <p:grpSpPr>
                                        <a:xfrm>
                                          <a:off x="2690393" y="153834"/>
                                          <a:ext cx="3744394" cy="2505132"/>
                                          <a:chOff x="2735781" y="97392"/>
                                          <a:chExt cx="3744394" cy="2505132"/>
                                        </a:xfrm>
                                      </p:grpSpPr>
                                      <p:pic>
                                        <p:nvPicPr>
                                          <p:cNvPr id="3" name="Picture 2">
                                            <a:extLst>
                                              <a:ext uri="{FF2B5EF4-FFF2-40B4-BE49-F238E27FC236}">
                                                <a16:creationId xmlns:a16="http://schemas.microsoft.com/office/drawing/2014/main" id="{7024261C-88CC-476B-88DF-FC06562D23FE}"/>
                                              </a:ext>
                                            </a:extLst>
                                          </p:cNvPr>
                                          <p:cNvPicPr>
                                            <a:picLocks noChangeAspect="1"/>
                                          </p:cNvPicPr>
                                          <p:nvPr/>
                                        </p:nvPicPr>
                                        <p:blipFill>
                                          <a:blip r:embed="rId4"/>
                                          <a:srcRect l="3808" t="3948" r="4376" b="3963"/>
                                          <a:stretch/>
                                        </p:blipFill>
                                        <p:spPr>
                                          <a:xfrm>
                                            <a:off x="2735781" y="97392"/>
                                            <a:ext cx="3744394" cy="2505132"/>
                                          </a:xfrm>
                                          <a:prstGeom prst="rect">
                                            <a:avLst/>
                                          </a:prstGeom>
                                        </p:spPr>
                                      </p:pic>
                                      <p:pic>
                                        <p:nvPicPr>
                                          <p:cNvPr id="36" name="Picture 35">
                                            <a:extLst>
                                              <a:ext uri="{FF2B5EF4-FFF2-40B4-BE49-F238E27FC236}">
                                                <a16:creationId xmlns:a16="http://schemas.microsoft.com/office/drawing/2014/main" id="{415CA38F-A93A-E531-BC8E-4260E67101C9}"/>
                                              </a:ext>
                                            </a:extLst>
                                          </p:cNvPr>
                                          <p:cNvPicPr>
                                            <a:picLocks/>
                                          </p:cNvPicPr>
                                          <p:nvPr/>
                                        </p:nvPicPr>
                                        <p:blipFill>
                                          <a:blip r:embed="rId5"/>
                                          <a:stretch>
                                            <a:fillRect/>
                                          </a:stretch>
                                        </p:blipFill>
                                        <p:spPr>
                                          <a:xfrm flipV="1">
                                            <a:off x="5695950" y="278131"/>
                                            <a:ext cx="66676" cy="45719"/>
                                          </a:xfrm>
                                          <a:prstGeom prst="rect">
                                            <a:avLst/>
                                          </a:prstGeom>
                                        </p:spPr>
                                      </p:pic>
                                    </p:grpSp>
                                    <p:pic>
                                      <p:nvPicPr>
                                        <p:cNvPr id="39" name="Picture 38">
                                          <a:extLst>
                                            <a:ext uri="{FF2B5EF4-FFF2-40B4-BE49-F238E27FC236}">
                                              <a16:creationId xmlns:a16="http://schemas.microsoft.com/office/drawing/2014/main" id="{2DC9B289-F064-93A9-9331-A8F9036A4CD1}"/>
                                            </a:ext>
                                          </a:extLst>
                                        </p:cNvPr>
                                        <p:cNvPicPr>
                                          <a:picLocks/>
                                        </p:cNvPicPr>
                                        <p:nvPr/>
                                      </p:nvPicPr>
                                      <p:blipFill>
                                        <a:blip r:embed="rId6"/>
                                        <a:stretch>
                                          <a:fillRect/>
                                        </a:stretch>
                                      </p:blipFill>
                                      <p:spPr>
                                        <a:xfrm>
                                          <a:off x="5646449" y="445856"/>
                                          <a:ext cx="66676" cy="45719"/>
                                        </a:xfrm>
                                        <a:prstGeom prst="rect">
                                          <a:avLst/>
                                        </a:prstGeom>
                                      </p:spPr>
                                    </p:pic>
                                  </p:grpSp>
                                  <p:pic>
                                    <p:nvPicPr>
                                      <p:cNvPr id="43" name="Picture 42">
                                        <a:extLst>
                                          <a:ext uri="{FF2B5EF4-FFF2-40B4-BE49-F238E27FC236}">
                                            <a16:creationId xmlns:a16="http://schemas.microsoft.com/office/drawing/2014/main" id="{5A429241-73DC-E4A4-E9F8-476FA0BB3D2E}"/>
                                          </a:ext>
                                        </a:extLst>
                                      </p:cNvPr>
                                      <p:cNvPicPr>
                                        <a:picLocks/>
                                      </p:cNvPicPr>
                                      <p:nvPr/>
                                    </p:nvPicPr>
                                    <p:blipFill>
                                      <a:blip r:embed="rId7"/>
                                      <a:stretch>
                                        <a:fillRect/>
                                      </a:stretch>
                                    </p:blipFill>
                                    <p:spPr>
                                      <a:xfrm>
                                        <a:off x="5652832" y="557139"/>
                                        <a:ext cx="60293" cy="45719"/>
                                      </a:xfrm>
                                      <a:prstGeom prst="rect">
                                        <a:avLst/>
                                      </a:prstGeom>
                                    </p:spPr>
                                  </p:pic>
                                </p:grpSp>
                                <p:pic>
                                  <p:nvPicPr>
                                    <p:cNvPr id="46" name="Picture 45">
                                      <a:extLst>
                                        <a:ext uri="{FF2B5EF4-FFF2-40B4-BE49-F238E27FC236}">
                                          <a16:creationId xmlns:a16="http://schemas.microsoft.com/office/drawing/2014/main" id="{5EBC5F4B-512B-30C0-88E8-B8DD7209950E}"/>
                                        </a:ext>
                                      </a:extLst>
                                    </p:cNvPr>
                                    <p:cNvPicPr>
                                      <a:picLocks/>
                                    </p:cNvPicPr>
                                    <p:nvPr/>
                                  </p:nvPicPr>
                                  <p:blipFill>
                                    <a:blip r:embed="rId8"/>
                                    <a:stretch>
                                      <a:fillRect/>
                                    </a:stretch>
                                  </p:blipFill>
                                  <p:spPr>
                                    <a:xfrm>
                                      <a:off x="5648773" y="672112"/>
                                      <a:ext cx="60294" cy="45719"/>
                                    </a:xfrm>
                                    <a:prstGeom prst="rect">
                                      <a:avLst/>
                                    </a:prstGeom>
                                  </p:spPr>
                                </p:pic>
                              </p:grpSp>
                              <p:pic>
                                <p:nvPicPr>
                                  <p:cNvPr id="49" name="Picture 48">
                                    <a:extLst>
                                      <a:ext uri="{FF2B5EF4-FFF2-40B4-BE49-F238E27FC236}">
                                        <a16:creationId xmlns:a16="http://schemas.microsoft.com/office/drawing/2014/main" id="{CB912E20-5D58-3D42-8C48-FD13BDE972E3}"/>
                                      </a:ext>
                                    </a:extLst>
                                  </p:cNvPr>
                                  <p:cNvPicPr>
                                    <a:picLocks/>
                                  </p:cNvPicPr>
                                  <p:nvPr/>
                                </p:nvPicPr>
                                <p:blipFill>
                                  <a:blip r:embed="rId9"/>
                                  <a:stretch>
                                    <a:fillRect/>
                                  </a:stretch>
                                </p:blipFill>
                                <p:spPr>
                                  <a:xfrm>
                                    <a:off x="5652832" y="777073"/>
                                    <a:ext cx="64406" cy="45719"/>
                                  </a:xfrm>
                                  <a:prstGeom prst="rect">
                                    <a:avLst/>
                                  </a:prstGeom>
                                </p:spPr>
                              </p:pic>
                            </p:grpSp>
                            <p:pic>
                              <p:nvPicPr>
                                <p:cNvPr id="52" name="Picture 51">
                                  <a:extLst>
                                    <a:ext uri="{FF2B5EF4-FFF2-40B4-BE49-F238E27FC236}">
                                      <a16:creationId xmlns:a16="http://schemas.microsoft.com/office/drawing/2014/main" id="{77F6E0CF-F61C-BFD0-E7B9-2BC2BCF6B176}"/>
                                    </a:ext>
                                  </a:extLst>
                                </p:cNvPr>
                                <p:cNvPicPr>
                                  <a:picLocks/>
                                </p:cNvPicPr>
                                <p:nvPr/>
                              </p:nvPicPr>
                              <p:blipFill>
                                <a:blip r:embed="rId10"/>
                                <a:stretch>
                                  <a:fillRect/>
                                </a:stretch>
                              </p:blipFill>
                              <p:spPr>
                                <a:xfrm flipV="1">
                                  <a:off x="5652831" y="888926"/>
                                  <a:ext cx="64406" cy="45721"/>
                                </a:xfrm>
                                <a:prstGeom prst="rect">
                                  <a:avLst/>
                                </a:prstGeom>
                              </p:spPr>
                            </p:pic>
                          </p:grpSp>
                          <p:pic>
                            <p:nvPicPr>
                              <p:cNvPr id="55" name="Picture 54">
                                <a:extLst>
                                  <a:ext uri="{FF2B5EF4-FFF2-40B4-BE49-F238E27FC236}">
                                    <a16:creationId xmlns:a16="http://schemas.microsoft.com/office/drawing/2014/main" id="{CC21B3D7-A816-E026-E9DA-89FA0D910EBC}"/>
                                  </a:ext>
                                </a:extLst>
                              </p:cNvPr>
                              <p:cNvPicPr>
                                <a:picLocks/>
                              </p:cNvPicPr>
                              <p:nvPr/>
                            </p:nvPicPr>
                            <p:blipFill>
                              <a:blip r:embed="rId11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5653807" y="998451"/>
                                <a:ext cx="63430" cy="5235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grpSp>
                        <p:pic>
                          <p:nvPicPr>
                            <p:cNvPr id="58" name="Picture 57">
                              <a:extLst>
                                <a:ext uri="{FF2B5EF4-FFF2-40B4-BE49-F238E27FC236}">
                                  <a16:creationId xmlns:a16="http://schemas.microsoft.com/office/drawing/2014/main" id="{F9D6ACD6-3D5B-2813-94B9-2A6DB49B7A85}"/>
                                </a:ext>
                              </a:extLst>
                            </p:cNvPr>
                            <p:cNvPicPr>
                              <a:picLocks/>
                            </p:cNvPicPr>
                            <p:nvPr/>
                          </p:nvPicPr>
                          <p:blipFill>
                            <a:blip r:embed="rId12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649493" y="1108457"/>
                              <a:ext cx="68400" cy="57600"/>
                            </a:xfrm>
                            <a:prstGeom prst="rect">
                              <a:avLst/>
                            </a:prstGeom>
                          </p:spPr>
                        </p:pic>
                      </p:grpSp>
                      <p:pic>
                        <p:nvPicPr>
                          <p:cNvPr id="61" name="Picture 60">
                            <a:extLst>
                              <a:ext uri="{FF2B5EF4-FFF2-40B4-BE49-F238E27FC236}">
                                <a16:creationId xmlns:a16="http://schemas.microsoft.com/office/drawing/2014/main" id="{50EA2C66-7B26-CD5B-2104-3CAF0A5C3929}"/>
                              </a:ext>
                            </a:extLst>
                          </p:cNvPr>
                          <p:cNvPicPr>
                            <a:picLocks/>
                          </p:cNvPicPr>
                          <p:nvPr/>
                        </p:nvPicPr>
                        <p:blipFill>
                          <a:blip r:embed="rId13"/>
                          <a:stretch>
                            <a:fillRect/>
                          </a:stretch>
                        </p:blipFill>
                        <p:spPr>
                          <a:xfrm>
                            <a:off x="5652830" y="1217218"/>
                            <a:ext cx="64407" cy="54834"/>
                          </a:xfrm>
                          <a:prstGeom prst="rect">
                            <a:avLst/>
                          </a:prstGeom>
                        </p:spPr>
                      </p:pic>
                    </p:grpSp>
                    <p:pic>
                      <p:nvPicPr>
                        <p:cNvPr id="64" name="Picture 63" descr="A green square with white dots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D4F12640-CF50-BB22-2CC7-B5E118FFA963}"/>
                            </a:ext>
                          </a:extLst>
                        </p:cNvPr>
                        <p:cNvPicPr>
                          <a:picLocks/>
                        </p:cNvPicPr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 flipH="1">
                          <a:off x="5650495" y="1326550"/>
                          <a:ext cx="72000" cy="54834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67" name="Picture 66" descr="A green square with white dots&#10;&#10;AI-generated content may be incorrect.">
                        <a:extLst>
                          <a:ext uri="{FF2B5EF4-FFF2-40B4-BE49-F238E27FC236}">
                            <a16:creationId xmlns:a16="http://schemas.microsoft.com/office/drawing/2014/main" id="{53D654A5-DAE1-28CA-990E-B21E5F8696DC}"/>
                          </a:ext>
                        </a:extLst>
                      </p:cNvPr>
                      <p:cNvPicPr>
                        <a:picLocks/>
                      </p:cNvPicPr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652829" y="1439290"/>
                        <a:ext cx="64800" cy="54834"/>
                      </a:xfrm>
                      <a:prstGeom prst="rect">
                        <a:avLst/>
                      </a:prstGeom>
                    </p:spPr>
                  </p:pic>
                </p:grpSp>
                <p:pic>
                  <p:nvPicPr>
                    <p:cNvPr id="70" name="Picture 69" descr="A yellow square with black dots&#10;&#10;AI-generated content may be incorrect.">
                      <a:extLst>
                        <a:ext uri="{FF2B5EF4-FFF2-40B4-BE49-F238E27FC236}">
                          <a16:creationId xmlns:a16="http://schemas.microsoft.com/office/drawing/2014/main" id="{9340D50E-63CD-258D-D6E4-1318A3231AF8}"/>
                        </a:ext>
                      </a:extLst>
                    </p:cNvPr>
                    <p:cNvPicPr>
                      <a:picLocks/>
                    </p:cNvPicPr>
                    <p:nvPr/>
                  </p:nvPicPr>
                  <p:blipFill>
                    <a:blip r:embed="rId16"/>
                    <a:stretch>
                      <a:fillRect/>
                    </a:stretch>
                  </p:blipFill>
                  <p:spPr>
                    <a:xfrm>
                      <a:off x="5652829" y="1542096"/>
                      <a:ext cx="64408" cy="66326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73" name="Picture 72" descr="A yellow square with black dots&#10;&#10;AI-generated content may be incorrect.">
                    <a:extLst>
                      <a:ext uri="{FF2B5EF4-FFF2-40B4-BE49-F238E27FC236}">
                        <a16:creationId xmlns:a16="http://schemas.microsoft.com/office/drawing/2014/main" id="{7C6A4E3C-B587-9B5A-1864-567E1B89B483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 flipH="1">
                    <a:off x="5652829" y="1660949"/>
                    <a:ext cx="64408" cy="45719"/>
                  </a:xfrm>
                  <a:prstGeom prst="rect">
                    <a:avLst/>
                  </a:prstGeom>
                </p:spPr>
              </p:pic>
              <p:pic>
                <p:nvPicPr>
                  <p:cNvPr id="75" name="Picture 74" descr="A close up of an orange&#10;&#10;AI-generated content may be incorrect.">
                    <a:extLst>
                      <a:ext uri="{FF2B5EF4-FFF2-40B4-BE49-F238E27FC236}">
                        <a16:creationId xmlns:a16="http://schemas.microsoft.com/office/drawing/2014/main" id="{30BC84D5-720B-60F5-ADB2-C712302C8561}"/>
                      </a:ext>
                    </a:extLst>
                  </p:cNvPr>
                  <p:cNvPicPr>
                    <a:picLocks/>
                  </p:cNvPicPr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5649261" y="1778600"/>
                    <a:ext cx="67975" cy="45721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78" name="Picture 77" descr="A red square with white dots&#10;&#10;AI-generated content may be incorrect.">
                  <a:extLst>
                    <a:ext uri="{FF2B5EF4-FFF2-40B4-BE49-F238E27FC236}">
                      <a16:creationId xmlns:a16="http://schemas.microsoft.com/office/drawing/2014/main" id="{BDEF33ED-59B6-09FC-9315-6EB45C47ECE4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649653" y="1882964"/>
                  <a:ext cx="74567" cy="45719"/>
                </a:xfrm>
                <a:prstGeom prst="rect">
                  <a:avLst/>
                </a:prstGeom>
              </p:spPr>
            </p:pic>
          </p:grpSp>
          <p:pic>
            <p:nvPicPr>
              <p:cNvPr id="81" name="Picture 80" descr="A red square with a white border&#10;&#10;AI-generated content may be incorrect.">
                <a:extLst>
                  <a:ext uri="{FF2B5EF4-FFF2-40B4-BE49-F238E27FC236}">
                    <a16:creationId xmlns:a16="http://schemas.microsoft.com/office/drawing/2014/main" id="{E5691C5E-C4FD-760F-EE62-8B2E294DA9CF}"/>
                  </a:ext>
                </a:extLst>
              </p:cNvPr>
              <p:cNvPicPr>
                <a:picLocks/>
              </p:cNvPicPr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649261" y="1988959"/>
                <a:ext cx="67975" cy="57613"/>
              </a:xfrm>
              <a:prstGeom prst="rect">
                <a:avLst/>
              </a:prstGeom>
            </p:spPr>
          </p:pic>
          <p:pic>
            <p:nvPicPr>
              <p:cNvPr id="83" name="Picture 82" descr="A close up of a red square&#10;&#10;AI-generated content may be incorrect.">
                <a:extLst>
                  <a:ext uri="{FF2B5EF4-FFF2-40B4-BE49-F238E27FC236}">
                    <a16:creationId xmlns:a16="http://schemas.microsoft.com/office/drawing/2014/main" id="{BE0203F2-59C0-3F0F-DEDC-CCE769A7111E}"/>
                  </a:ext>
                </a:extLst>
              </p:cNvPr>
              <p:cNvPicPr>
                <a:picLocks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649653" y="2109248"/>
                <a:ext cx="71391" cy="47114"/>
              </a:xfrm>
              <a:prstGeom prst="rect">
                <a:avLst/>
              </a:prstGeom>
            </p:spPr>
          </p:pic>
          <p:pic>
            <p:nvPicPr>
              <p:cNvPr id="85" name="Picture 84" descr="A close up of a orange&#10;&#10;AI-generated content may be incorrect.">
                <a:extLst>
                  <a:ext uri="{FF2B5EF4-FFF2-40B4-BE49-F238E27FC236}">
                    <a16:creationId xmlns:a16="http://schemas.microsoft.com/office/drawing/2014/main" id="{66D49150-9CD4-6148-E821-35F5D5A40145}"/>
                  </a:ext>
                </a:extLst>
              </p:cNvPr>
              <p:cNvPicPr>
                <a:picLocks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646449" y="2211938"/>
                <a:ext cx="74567" cy="45719"/>
              </a:xfrm>
              <a:prstGeom prst="rect">
                <a:avLst/>
              </a:prstGeom>
            </p:spPr>
          </p:pic>
          <p:pic>
            <p:nvPicPr>
              <p:cNvPr id="87" name="Picture 86" descr="A red square with a white stripe&#10;&#10;AI-generated content may be incorrect.">
                <a:extLst>
                  <a:ext uri="{FF2B5EF4-FFF2-40B4-BE49-F238E27FC236}">
                    <a16:creationId xmlns:a16="http://schemas.microsoft.com/office/drawing/2014/main" id="{EB29C4B9-9DDB-F50A-8E62-A4CEEF4A4319}"/>
                  </a:ext>
                </a:extLst>
              </p:cNvPr>
              <p:cNvPicPr>
                <a:picLocks/>
              </p:cNvPicPr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649260" y="2323792"/>
                <a:ext cx="67975" cy="50887"/>
              </a:xfrm>
              <a:prstGeom prst="rect">
                <a:avLst/>
              </a:prstGeom>
            </p:spPr>
          </p:pic>
          <p:pic>
            <p:nvPicPr>
              <p:cNvPr id="89" name="Picture 88" descr="A red square with a white border&#10;&#10;AI-generated content may be incorrect.">
                <a:extLst>
                  <a:ext uri="{FF2B5EF4-FFF2-40B4-BE49-F238E27FC236}">
                    <a16:creationId xmlns:a16="http://schemas.microsoft.com/office/drawing/2014/main" id="{46350AD5-DE2D-4087-D271-316EC8A5C4BF}"/>
                  </a:ext>
                </a:extLst>
              </p:cNvPr>
              <p:cNvPicPr>
                <a:picLocks/>
              </p:cNvPicPr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5649653" y="2432558"/>
                <a:ext cx="71392" cy="45719"/>
              </a:xfrm>
              <a:prstGeom prst="rect">
                <a:avLst/>
              </a:prstGeom>
            </p:spPr>
          </p:pic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6F1C36CF-532C-01B1-38AA-C06C7F74434E}"/>
                </a:ext>
              </a:extLst>
            </p:cNvPr>
            <p:cNvGrpSpPr/>
            <p:nvPr/>
          </p:nvGrpSpPr>
          <p:grpSpPr>
            <a:xfrm>
              <a:off x="2755522" y="107940"/>
              <a:ext cx="3066984" cy="2430376"/>
              <a:chOff x="2755522" y="107940"/>
              <a:chExt cx="3066984" cy="243037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85580EE2-F389-E7C1-B50F-17FD581CE4EB}"/>
                  </a:ext>
                </a:extLst>
              </p:cNvPr>
              <p:cNvGrpSpPr/>
              <p:nvPr/>
            </p:nvGrpSpPr>
            <p:grpSpPr>
              <a:xfrm>
                <a:off x="5547987" y="281899"/>
                <a:ext cx="274519" cy="2256417"/>
                <a:chOff x="5593491" y="222050"/>
                <a:chExt cx="274519" cy="2256417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CAEA614-DEDC-6131-548F-5668E9CCE3D7}"/>
                    </a:ext>
                  </a:extLst>
                </p:cNvPr>
                <p:cNvSpPr txBox="1"/>
                <p:nvPr/>
              </p:nvSpPr>
              <p:spPr>
                <a:xfrm>
                  <a:off x="5595309" y="1110344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/>
                    <a:t>133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8E35E16-59DD-6CC0-680C-B4A309702F29}"/>
                    </a:ext>
                  </a:extLst>
                </p:cNvPr>
                <p:cNvSpPr txBox="1"/>
                <p:nvPr/>
              </p:nvSpPr>
              <p:spPr>
                <a:xfrm>
                  <a:off x="5595309" y="222050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80" b="1" dirty="0">
                      <a:solidFill>
                        <a:schemeClr val="bg1"/>
                      </a:solidFill>
                    </a:rPr>
                    <a:t>40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339DDE8-4BD2-B6F1-1304-FD98F06E8518}"/>
                    </a:ext>
                  </a:extLst>
                </p:cNvPr>
                <p:cNvSpPr txBox="1"/>
                <p:nvPr/>
              </p:nvSpPr>
              <p:spPr>
                <a:xfrm>
                  <a:off x="5595309" y="336825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60" b="1" dirty="0"/>
                    <a:t>111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A0E7D684-3918-9F63-C07F-267D50BFAACA}"/>
                    </a:ext>
                  </a:extLst>
                </p:cNvPr>
                <p:cNvSpPr txBox="1"/>
                <p:nvPr/>
              </p:nvSpPr>
              <p:spPr>
                <a:xfrm>
                  <a:off x="5595309" y="449557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80" b="1" dirty="0">
                      <a:solidFill>
                        <a:schemeClr val="bg1"/>
                      </a:solidFill>
                    </a:rPr>
                    <a:t>64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F8567868-8981-3714-E4BC-BDB46C7053E0}"/>
                    </a:ext>
                  </a:extLst>
                </p:cNvPr>
                <p:cNvSpPr txBox="1"/>
                <p:nvPr/>
              </p:nvSpPr>
              <p:spPr>
                <a:xfrm>
                  <a:off x="5595309" y="558074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80" b="1" dirty="0">
                      <a:solidFill>
                        <a:schemeClr val="bg1"/>
                      </a:solidFill>
                    </a:rPr>
                    <a:t>60</a:t>
                  </a:r>
                  <a:endParaRPr lang="en-US" sz="380" b="1" dirty="0"/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3FD98E3-19B4-F400-E907-E55685882669}"/>
                    </a:ext>
                  </a:extLst>
                </p:cNvPr>
                <p:cNvSpPr txBox="1"/>
                <p:nvPr/>
              </p:nvSpPr>
              <p:spPr>
                <a:xfrm>
                  <a:off x="5595309" y="666677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80" b="1" dirty="0">
                      <a:solidFill>
                        <a:schemeClr val="bg1"/>
                      </a:solidFill>
                    </a:rPr>
                    <a:t>51</a:t>
                  </a: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94BDAAF8-25E9-217E-DFD7-ED608DAF07A0}"/>
                    </a:ext>
                  </a:extLst>
                </p:cNvPr>
                <p:cNvSpPr txBox="1"/>
                <p:nvPr/>
              </p:nvSpPr>
              <p:spPr>
                <a:xfrm>
                  <a:off x="5595309" y="780146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80" b="1" dirty="0">
                      <a:solidFill>
                        <a:schemeClr val="bg1"/>
                      </a:solidFill>
                    </a:rPr>
                    <a:t>68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8204371-7046-670C-4359-CC1BC6BF4542}"/>
                    </a:ext>
                  </a:extLst>
                </p:cNvPr>
                <p:cNvSpPr txBox="1"/>
                <p:nvPr/>
              </p:nvSpPr>
              <p:spPr>
                <a:xfrm>
                  <a:off x="5595309" y="891269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60" b="1" dirty="0"/>
                    <a:t>126</a:t>
                  </a: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A88B3C1-03C7-8827-3B1B-5FFD22040B21}"/>
                    </a:ext>
                  </a:extLst>
                </p:cNvPr>
                <p:cNvSpPr txBox="1"/>
                <p:nvPr/>
              </p:nvSpPr>
              <p:spPr>
                <a:xfrm>
                  <a:off x="5595309" y="1002394"/>
                  <a:ext cx="271055" cy="14773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60" b="1" dirty="0"/>
                    <a:t>170</a:t>
                  </a:r>
                </a:p>
              </p:txBody>
            </p: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3CF09BB3-3240-FEC1-626C-EEBC93BFD58C}"/>
                    </a:ext>
                  </a:extLst>
                </p:cNvPr>
                <p:cNvSpPr txBox="1"/>
                <p:nvPr/>
              </p:nvSpPr>
              <p:spPr>
                <a:xfrm>
                  <a:off x="5595309" y="1221469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/>
                    <a:t>120</a:t>
                  </a: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3ACCB3C2-5A0B-6550-1096-1D06A4177BC1}"/>
                    </a:ext>
                  </a:extLst>
                </p:cNvPr>
                <p:cNvSpPr txBox="1"/>
                <p:nvPr/>
              </p:nvSpPr>
              <p:spPr>
                <a:xfrm>
                  <a:off x="5595309" y="1332594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/>
                    <a:t>103</a:t>
                  </a:r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39AE70BE-5303-F179-FF33-B9E755DB15E9}"/>
                    </a:ext>
                  </a:extLst>
                </p:cNvPr>
                <p:cNvSpPr txBox="1"/>
                <p:nvPr/>
              </p:nvSpPr>
              <p:spPr>
                <a:xfrm>
                  <a:off x="5594400" y="1443719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/>
                    <a:t>175</a:t>
                  </a: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7BA567E-519E-868C-E73D-974512AB7AFD}"/>
                    </a:ext>
                  </a:extLst>
                </p:cNvPr>
                <p:cNvSpPr txBox="1"/>
                <p:nvPr/>
              </p:nvSpPr>
              <p:spPr>
                <a:xfrm>
                  <a:off x="5593491" y="1552956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/>
                    <a:t>150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AF5E2385-88E8-7E5A-29D7-147B8C86E90B}"/>
                    </a:ext>
                  </a:extLst>
                </p:cNvPr>
                <p:cNvSpPr txBox="1"/>
                <p:nvPr/>
              </p:nvSpPr>
              <p:spPr>
                <a:xfrm>
                  <a:off x="5596955" y="1663407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>
                      <a:solidFill>
                        <a:schemeClr val="bg1"/>
                      </a:solidFill>
                    </a:rPr>
                    <a:t>210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2CD6035E-E71B-D108-F78F-01548087FDF0}"/>
                    </a:ext>
                  </a:extLst>
                </p:cNvPr>
                <p:cNvSpPr txBox="1"/>
                <p:nvPr/>
              </p:nvSpPr>
              <p:spPr>
                <a:xfrm>
                  <a:off x="5596955" y="1775206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>
                      <a:solidFill>
                        <a:schemeClr val="bg1"/>
                      </a:solidFill>
                    </a:rPr>
                    <a:t>244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A9F2C955-C8C7-D681-B7E8-7AE9733E9462}"/>
                    </a:ext>
                  </a:extLst>
                </p:cNvPr>
                <p:cNvSpPr txBox="1"/>
                <p:nvPr/>
              </p:nvSpPr>
              <p:spPr>
                <a:xfrm>
                  <a:off x="5596955" y="1886331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>
                      <a:solidFill>
                        <a:schemeClr val="bg1"/>
                      </a:solidFill>
                    </a:rPr>
                    <a:t>238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A1A5301-1C1D-7B56-2D6B-FFA62607E409}"/>
                    </a:ext>
                  </a:extLst>
                </p:cNvPr>
                <p:cNvSpPr txBox="1"/>
                <p:nvPr/>
              </p:nvSpPr>
              <p:spPr>
                <a:xfrm>
                  <a:off x="5596955" y="1994281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>
                      <a:solidFill>
                        <a:schemeClr val="bg1"/>
                      </a:solidFill>
                    </a:rPr>
                    <a:t>220</a:t>
                  </a: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D5AAC2E4-C046-5311-567E-A5A87291B9AF}"/>
                    </a:ext>
                  </a:extLst>
                </p:cNvPr>
                <p:cNvSpPr txBox="1"/>
                <p:nvPr/>
              </p:nvSpPr>
              <p:spPr>
                <a:xfrm>
                  <a:off x="5596955" y="2105406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>
                      <a:solidFill>
                        <a:schemeClr val="bg1"/>
                      </a:solidFill>
                    </a:rPr>
                    <a:t>209</a:t>
                  </a:r>
                </a:p>
              </p:txBody>
            </p:sp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BD687395-05F2-7350-E51F-C65E3BE0E7F1}"/>
                    </a:ext>
                  </a:extLst>
                </p:cNvPr>
                <p:cNvSpPr txBox="1"/>
                <p:nvPr/>
              </p:nvSpPr>
              <p:spPr>
                <a:xfrm>
                  <a:off x="5596955" y="2327656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>
                      <a:solidFill>
                        <a:schemeClr val="bg1"/>
                      </a:solidFill>
                    </a:rPr>
                    <a:t>254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D5304C3-D5A6-ED47-EF8C-E3B25CF46DCE}"/>
                    </a:ext>
                  </a:extLst>
                </p:cNvPr>
                <p:cNvSpPr txBox="1"/>
                <p:nvPr/>
              </p:nvSpPr>
              <p:spPr>
                <a:xfrm>
                  <a:off x="5596955" y="2216531"/>
                  <a:ext cx="271055" cy="1508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350" b="1" dirty="0">
                      <a:solidFill>
                        <a:schemeClr val="bg1"/>
                      </a:solidFill>
                    </a:rPr>
                    <a:t>238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8DB802-9937-05B3-D97E-CE6AB5C65128}"/>
                  </a:ext>
                </a:extLst>
              </p:cNvPr>
              <p:cNvSpPr txBox="1"/>
              <p:nvPr/>
            </p:nvSpPr>
            <p:spPr>
              <a:xfrm>
                <a:off x="2755522" y="107940"/>
                <a:ext cx="22957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a</a:t>
                </a:r>
              </a:p>
            </p:txBody>
          </p:sp>
        </p:grp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444AF7-CCDC-E9D6-76FE-EFBFD8BA09CF}"/>
              </a:ext>
            </a:extLst>
          </p:cNvPr>
          <p:cNvSpPr txBox="1"/>
          <p:nvPr/>
        </p:nvSpPr>
        <p:spPr>
          <a:xfrm>
            <a:off x="3792664" y="67283"/>
            <a:ext cx="2295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b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1F5E0B7-B60F-E90F-E70C-245BCB81090F}"/>
              </a:ext>
            </a:extLst>
          </p:cNvPr>
          <p:cNvSpPr/>
          <p:nvPr/>
        </p:nvSpPr>
        <p:spPr>
          <a:xfrm>
            <a:off x="3119411" y="2109107"/>
            <a:ext cx="312432" cy="1534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3352476-737E-17AD-1582-59571A573B32}"/>
              </a:ext>
            </a:extLst>
          </p:cNvPr>
          <p:cNvGrpSpPr>
            <a:grpSpLocks noChangeAspect="1"/>
          </p:cNvGrpSpPr>
          <p:nvPr/>
        </p:nvGrpSpPr>
        <p:grpSpPr>
          <a:xfrm>
            <a:off x="3114118" y="2157709"/>
            <a:ext cx="196947" cy="86388"/>
            <a:chOff x="1922462" y="512365"/>
            <a:chExt cx="1047751" cy="459582"/>
          </a:xfrm>
        </p:grpSpPr>
        <p:pic>
          <p:nvPicPr>
            <p:cNvPr id="4" name="Picture 3" descr="A black text on a white background&#10;&#10;AI-generated content may be incorrect.">
              <a:extLst>
                <a:ext uri="{FF2B5EF4-FFF2-40B4-BE49-F238E27FC236}">
                  <a16:creationId xmlns:a16="http://schemas.microsoft.com/office/drawing/2014/main" id="{0DA43D7F-8147-5150-EEFB-FE66EFAB1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rcRect t="14792" r="1136"/>
            <a:stretch/>
          </p:blipFill>
          <p:spPr>
            <a:xfrm>
              <a:off x="1922462" y="647303"/>
              <a:ext cx="414338" cy="324644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FC01F92-7CD1-86B4-6082-F56687B32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rcRect l="20140" t="26458" r="3471" b="12708"/>
            <a:stretch/>
          </p:blipFill>
          <p:spPr>
            <a:xfrm>
              <a:off x="2333625" y="646113"/>
              <a:ext cx="174625" cy="23177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6E715A7-61E3-3512-0E0F-BD4381F343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rcRect l="10939" t="9793" r="26561" b="12917"/>
            <a:stretch/>
          </p:blipFill>
          <p:spPr>
            <a:xfrm>
              <a:off x="2673350" y="605234"/>
              <a:ext cx="63500" cy="29448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16F3FE3-D211-B69A-4735-F306FFD7D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2741613" y="512365"/>
              <a:ext cx="228600" cy="381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1E596C5-35FB-32DC-E1DC-62F2AB109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rcRect l="20140" t="26458" r="3471" b="12708"/>
            <a:stretch/>
          </p:blipFill>
          <p:spPr>
            <a:xfrm>
              <a:off x="2508250" y="646113"/>
              <a:ext cx="174625" cy="231775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B93C6C2-79D4-11D9-8E24-E8A5C6525EB5}"/>
                </a:ext>
              </a:extLst>
            </p:cNvPr>
            <p:cNvSpPr/>
            <p:nvPr/>
          </p:nvSpPr>
          <p:spPr>
            <a:xfrm flipH="1">
              <a:off x="2282825" y="646113"/>
              <a:ext cx="57150" cy="789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1" name="Picture 5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7D0CC11-132E-772B-2FFC-46250156C93C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321500" y="2149243"/>
            <a:ext cx="152277" cy="12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94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1666</TotalTime>
  <Words>23</Words>
  <Application>Microsoft Macintosh PowerPoint</Application>
  <PresentationFormat>Custom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Iain Hepburn</dc:creator>
  <cp:lastModifiedBy>Iain Hepburn</cp:lastModifiedBy>
  <cp:revision>40</cp:revision>
  <dcterms:created xsi:type="dcterms:W3CDTF">2025-03-10T06:12:56Z</dcterms:created>
  <dcterms:modified xsi:type="dcterms:W3CDTF">2025-10-23T01:33:20Z</dcterms:modified>
</cp:coreProperties>
</file>